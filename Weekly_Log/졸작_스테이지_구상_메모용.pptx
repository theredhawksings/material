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1FAFF-5082-830C-EB60-4B31F20A0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2DAEDC-C15C-D28E-73E4-8A312B5E7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CF6862-CCD1-E78D-9B92-B3681649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D895B-4038-97B3-7176-A4A211A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222578-B995-140E-9CAD-1F95BE71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09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4143B-2057-95CC-89D6-19BF5A0A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E8957-990E-35C5-110C-561C4FF09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E9A70E-3088-CA1C-BC83-A82CB60D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CAD2B-4E8C-294E-06A3-57CDDA7A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0557E7-536D-DA95-95FA-FC83B1D7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13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66CCD-2036-D417-E391-7DF60FA2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96888-86E4-354D-6A0E-BE6D84FED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9E0F3-13B6-80D3-6744-39C15E18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47E0D9-F82D-9486-44C2-F269A222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48BD0C-CE4D-BAA9-1ACE-F882974E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12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F167C-01D1-FB7E-5A33-5AA2B4B4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A54F7B-DBF9-3773-AB63-681342855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B63E2F-2D04-5743-58BA-6592F882E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C8511C-28DA-A480-A5C8-12CD9C7F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272988-32AF-3A29-8BE8-86FDAEE6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BAED4C-3B17-E533-250A-C5F8FE52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70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21B52-762A-5D86-007C-CA85A9D1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01C5FF-B5CA-5A1C-8C82-A09B29723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75FD52-6766-8F64-D5C2-9AACE3F2B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6D31EE-77D6-1D93-9DCD-9811887A6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8D313D-CAEC-D660-8C68-08B183A0A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F5BC79-FB79-9D8B-B0CA-1F528B482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A0C091-B948-2540-83CA-C5E91C1A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9E2A13-B2B6-D3AF-46F5-3F7A794E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49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C9983-770B-C3B5-C37A-3991EDE5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3F475B-6557-9ECE-DAED-5417092D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DE4CD-F175-0C23-9286-39EB6D94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3C27F6-E7C5-09BC-9842-642794FF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D6847E-E1E0-F739-BF79-71C6B275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6DDDCC-11E0-FC0B-5D4C-576FCBCF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C98ED7-195C-2BBF-7A2F-186ED273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57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972FF-EB05-BE9C-F842-B1FF7BA7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E52B3A-2A59-FE36-5127-87ED9294A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19B405-EE26-1AF9-B220-748984808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D74FA-9793-CD8F-2E1D-55EAD4F8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844B11-2726-19ED-743F-3E5088813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1FB81D-8662-81A4-5644-5A31F96E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68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306A6-D0F9-B0EC-F201-139A465F5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3CBFA5B-930A-2DE9-52BF-D9DD61E35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D045B-FB36-CFEB-6F93-D65DBFCBE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9DAFE1-AE86-1346-7EE9-BB628DFC0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6A4CD5-1C1D-84D5-A799-0DFD8AFE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B86377-F2EC-50D5-D16D-4010CB2D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6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979A4-EAE2-A4F9-4575-6203E6C6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11C817-83A5-62EE-0274-3D2E98A2D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6C0C8-9D20-E38A-DDDD-787336D2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655CE-0E7C-1C96-0293-4865E544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F0F18E-AB7B-FDDF-A461-AC3EAC0E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06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3B8BB8-DD38-B337-EF44-CE1BA100D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177AE1-CB78-0E5F-C5E0-953FD6A20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D8B70-FFA2-8213-5225-4A5A1409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4FED16-BBAC-8BAE-2D79-90FEAB7E3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0FA7F-EAF6-1CE3-4890-B2FD5309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29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08D817-8893-015D-9395-EE4E20D6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AC8A71-ADF8-0712-4AC5-50ADD6A9F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6920A-3F04-4971-3ECB-E5FAA9919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17948-0286-4A30-9998-A1AE205B3BE7}" type="datetimeFigureOut">
              <a:rPr lang="ko-KR" altLang="en-US" smtClean="0"/>
              <a:t>2026-07-11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D73E76-727E-B48E-23F4-A78B1E991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91AAAA-5055-408E-2B51-9743F3324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0457F-805F-4BA7-9C55-90AEAC500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7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7BA00-12BE-9013-A19C-AFB5EA84F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졸작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16283F-1D56-66F3-8814-E6E310DDD0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9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8D31E-32EE-FE03-3685-0CE3AD3ED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스테이지 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73EB1-B6FB-14EE-D2C3-1C0615438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전기 이지 </a:t>
            </a:r>
            <a:r>
              <a:rPr lang="en-US" altLang="ko-KR" dirty="0"/>
              <a:t>-&gt; </a:t>
            </a:r>
            <a:r>
              <a:rPr lang="ko-KR" altLang="en-US" dirty="0"/>
              <a:t>유도전류 이지 </a:t>
            </a:r>
            <a:r>
              <a:rPr lang="en-US" altLang="ko-KR" dirty="0"/>
              <a:t>-&gt; </a:t>
            </a:r>
            <a:r>
              <a:rPr lang="ko-KR" altLang="en-US" dirty="0"/>
              <a:t>퍼즐 이지 </a:t>
            </a:r>
            <a:r>
              <a:rPr lang="en-US" altLang="ko-KR" dirty="0"/>
              <a:t>-&gt; </a:t>
            </a:r>
            <a:r>
              <a:rPr lang="ko-KR" altLang="en-US" dirty="0"/>
              <a:t>각 </a:t>
            </a:r>
            <a:r>
              <a:rPr lang="ko-KR" altLang="en-US" dirty="0" err="1"/>
              <a:t>노말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하드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전기 이지 </a:t>
            </a:r>
            <a:r>
              <a:rPr lang="en-US" altLang="ko-KR" dirty="0"/>
              <a:t>-&gt; </a:t>
            </a:r>
            <a:r>
              <a:rPr lang="ko-KR" altLang="en-US" dirty="0" err="1"/>
              <a:t>노말</a:t>
            </a:r>
            <a:r>
              <a:rPr lang="en-US" altLang="ko-KR" dirty="0"/>
              <a:t> -&gt; </a:t>
            </a:r>
            <a:r>
              <a:rPr lang="ko-KR" altLang="en-US" dirty="0"/>
              <a:t>하드 </a:t>
            </a:r>
            <a:r>
              <a:rPr lang="en-US" altLang="ko-KR" dirty="0"/>
              <a:t>-&gt; </a:t>
            </a:r>
            <a:r>
              <a:rPr lang="ko-KR" altLang="en-US" dirty="0"/>
              <a:t>유도전류 이지 </a:t>
            </a:r>
            <a:r>
              <a:rPr lang="en-US" altLang="ko-KR" dirty="0"/>
              <a:t>-&gt; </a:t>
            </a:r>
            <a:r>
              <a:rPr lang="ko-KR" altLang="en-US" dirty="0" err="1"/>
              <a:t>노말</a:t>
            </a:r>
            <a:r>
              <a:rPr lang="ko-KR" altLang="en-US" dirty="0"/>
              <a:t> </a:t>
            </a:r>
            <a:r>
              <a:rPr lang="en-US" altLang="ko-KR" dirty="0"/>
              <a:t>...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일단 </a:t>
            </a:r>
            <a:r>
              <a:rPr lang="en-US" altLang="ko-KR" dirty="0"/>
              <a:t>2</a:t>
            </a:r>
            <a:r>
              <a:rPr lang="ko-KR" altLang="en-US" dirty="0"/>
              <a:t>번 안으로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171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EB20-6A5A-F1A4-A23C-C58F7D38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08CE0-1E0B-9102-73A1-F16BE47B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스테이지 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71C9E-4D1C-4180-5B4E-6EBADFD5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전기 회로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8DED6E-C5E8-A1EC-7B41-D44BF50C3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073" y="2833254"/>
            <a:ext cx="3089853" cy="14293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3DE3BC-F7AD-B75D-FB10-C58909C72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797" y="2833254"/>
            <a:ext cx="3572980" cy="11707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962214-16A4-1C33-1FC8-357B6FE156C1}"/>
              </a:ext>
            </a:extLst>
          </p:cNvPr>
          <p:cNvSpPr txBox="1"/>
          <p:nvPr/>
        </p:nvSpPr>
        <p:spPr>
          <a:xfrm>
            <a:off x="1213164" y="5703683"/>
            <a:ext cx="162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C79A0-374F-2F79-2D0B-E66E1793448C}"/>
              </a:ext>
            </a:extLst>
          </p:cNvPr>
          <p:cNvSpPr txBox="1"/>
          <p:nvPr/>
        </p:nvSpPr>
        <p:spPr>
          <a:xfrm>
            <a:off x="5549774" y="5703683"/>
            <a:ext cx="280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노말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91FE7-6CC1-AB58-DF05-589D7692F37B}"/>
              </a:ext>
            </a:extLst>
          </p:cNvPr>
          <p:cNvSpPr txBox="1"/>
          <p:nvPr/>
        </p:nvSpPr>
        <p:spPr>
          <a:xfrm>
            <a:off x="9949758" y="5839485"/>
            <a:ext cx="127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하드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D459E-38F4-19DE-4FFB-0F889AD1AAA4}"/>
              </a:ext>
            </a:extLst>
          </p:cNvPr>
          <p:cNvSpPr txBox="1"/>
          <p:nvPr/>
        </p:nvSpPr>
        <p:spPr>
          <a:xfrm>
            <a:off x="1213164" y="3159659"/>
            <a:ext cx="91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기존</a:t>
            </a:r>
          </a:p>
        </p:txBody>
      </p:sp>
    </p:spTree>
    <p:extLst>
      <p:ext uri="{BB962C8B-B14F-4D97-AF65-F5344CB8AC3E}">
        <p14:creationId xmlns:p14="http://schemas.microsoft.com/office/powerpoint/2010/main" val="307312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DA8F0-438C-1003-D78C-A3DE738A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30DA7-62A3-2060-BCA9-009DCEE6E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스테이지 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B00099-4A94-3782-6EE4-1E691B158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유도전류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4D71BA-2E59-7B36-DD15-6038A850B10F}"/>
              </a:ext>
            </a:extLst>
          </p:cNvPr>
          <p:cNvSpPr/>
          <p:nvPr/>
        </p:nvSpPr>
        <p:spPr>
          <a:xfrm>
            <a:off x="897802" y="2424817"/>
            <a:ext cx="2616451" cy="2661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자석과 코일로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전기 생성하기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5A0947-1C56-054C-6618-2AAE9EFF4751}"/>
              </a:ext>
            </a:extLst>
          </p:cNvPr>
          <p:cNvSpPr/>
          <p:nvPr/>
        </p:nvSpPr>
        <p:spPr>
          <a:xfrm>
            <a:off x="4787774" y="2424818"/>
            <a:ext cx="2616451" cy="2661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기존 내용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F36A30-548D-97F2-ECD5-C442B77235F3}"/>
              </a:ext>
            </a:extLst>
          </p:cNvPr>
          <p:cNvSpPr/>
          <p:nvPr/>
        </p:nvSpPr>
        <p:spPr>
          <a:xfrm>
            <a:off x="8677746" y="2424819"/>
            <a:ext cx="2616451" cy="2661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자성 잃기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자성 얻기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BA574-7052-DD35-880C-23F41A0AFB65}"/>
              </a:ext>
            </a:extLst>
          </p:cNvPr>
          <p:cNvSpPr txBox="1"/>
          <p:nvPr/>
        </p:nvSpPr>
        <p:spPr>
          <a:xfrm>
            <a:off x="1213164" y="5703683"/>
            <a:ext cx="162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AA474A-B4CC-6281-9EFD-6FDDDBF7D490}"/>
              </a:ext>
            </a:extLst>
          </p:cNvPr>
          <p:cNvSpPr txBox="1"/>
          <p:nvPr/>
        </p:nvSpPr>
        <p:spPr>
          <a:xfrm>
            <a:off x="5549774" y="5703683"/>
            <a:ext cx="280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노말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691A7-3943-877E-105E-FFE7A2857392}"/>
              </a:ext>
            </a:extLst>
          </p:cNvPr>
          <p:cNvSpPr txBox="1"/>
          <p:nvPr/>
        </p:nvSpPr>
        <p:spPr>
          <a:xfrm>
            <a:off x="9949758" y="5839485"/>
            <a:ext cx="127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하드</a:t>
            </a:r>
          </a:p>
        </p:txBody>
      </p:sp>
    </p:spTree>
    <p:extLst>
      <p:ext uri="{BB962C8B-B14F-4D97-AF65-F5344CB8AC3E}">
        <p14:creationId xmlns:p14="http://schemas.microsoft.com/office/powerpoint/2010/main" val="163722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99D98-D0A2-C840-875D-2C7BBFA6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938B1-1CFB-29AF-78DB-F3D3542C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스테이지 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8572C-80B4-C320-3353-04DA37036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602C50-74F2-1BD0-0984-804E8435C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8" y="2567235"/>
            <a:ext cx="3988435" cy="2868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D85822-67DA-CD49-8AC6-DFE72B736551}"/>
              </a:ext>
            </a:extLst>
          </p:cNvPr>
          <p:cNvSpPr txBox="1"/>
          <p:nvPr/>
        </p:nvSpPr>
        <p:spPr>
          <a:xfrm>
            <a:off x="1213164" y="5703683"/>
            <a:ext cx="162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DEAA9-43CD-911C-CC9A-5B52B3AF823C}"/>
              </a:ext>
            </a:extLst>
          </p:cNvPr>
          <p:cNvSpPr txBox="1"/>
          <p:nvPr/>
        </p:nvSpPr>
        <p:spPr>
          <a:xfrm>
            <a:off x="5549774" y="5703683"/>
            <a:ext cx="280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노말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3FA4B-0A4D-C773-63BD-329C7796D727}"/>
              </a:ext>
            </a:extLst>
          </p:cNvPr>
          <p:cNvSpPr txBox="1"/>
          <p:nvPr/>
        </p:nvSpPr>
        <p:spPr>
          <a:xfrm>
            <a:off x="9949758" y="5839485"/>
            <a:ext cx="127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하드</a:t>
            </a:r>
          </a:p>
        </p:txBody>
      </p:sp>
    </p:spTree>
    <p:extLst>
      <p:ext uri="{BB962C8B-B14F-4D97-AF65-F5344CB8AC3E}">
        <p14:creationId xmlns:p14="http://schemas.microsoft.com/office/powerpoint/2010/main" val="137679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E7334-4B3C-F6D5-0DD3-26E642B8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36710-4AEA-8EA9-24E0-CD746674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/>
              <a:t> </a:t>
            </a:r>
            <a:r>
              <a:rPr lang="ko-KR" altLang="en-US" dirty="0"/>
              <a:t>스테이지 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CF793-0989-9572-D303-333FF0B8F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CD16E-E8F8-818D-3899-45006424C9D4}"/>
              </a:ext>
            </a:extLst>
          </p:cNvPr>
          <p:cNvSpPr txBox="1"/>
          <p:nvPr/>
        </p:nvSpPr>
        <p:spPr>
          <a:xfrm>
            <a:off x="1213164" y="5703683"/>
            <a:ext cx="162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05EFC-8E91-4B70-2B35-B51200F8ECD0}"/>
              </a:ext>
            </a:extLst>
          </p:cNvPr>
          <p:cNvSpPr txBox="1"/>
          <p:nvPr/>
        </p:nvSpPr>
        <p:spPr>
          <a:xfrm>
            <a:off x="5549774" y="5703683"/>
            <a:ext cx="280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노말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4F7ED-C285-F87E-E67A-431957F23D7C}"/>
              </a:ext>
            </a:extLst>
          </p:cNvPr>
          <p:cNvSpPr txBox="1"/>
          <p:nvPr/>
        </p:nvSpPr>
        <p:spPr>
          <a:xfrm>
            <a:off x="9949758" y="5839485"/>
            <a:ext cx="127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하드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CB591C-C641-DD3F-5239-24D582C8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000" y="1934008"/>
            <a:ext cx="2621981" cy="36347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F7993D1-035A-D047-98C8-53B4E3A58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97" y="2810164"/>
            <a:ext cx="2944535" cy="216795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2A5F21-522A-FD54-8C84-C225066B6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190" y="2362685"/>
            <a:ext cx="4101592" cy="286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2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74</Words>
  <Application>Microsoft Office PowerPoint</Application>
  <PresentationFormat>와이드스크린</PresentationFormat>
  <Paragraphs>35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졸작 기획서</vt:lpstr>
      <vt:lpstr>스테이지 형식</vt:lpstr>
      <vt:lpstr>각 스테이지 형태</vt:lpstr>
      <vt:lpstr>각 스테이지 형태</vt:lpstr>
      <vt:lpstr>각 스테이지 형태</vt:lpstr>
      <vt:lpstr>2 스테이지 형태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송형규(2021182020)</dc:creator>
  <cp:lastModifiedBy>형규 송</cp:lastModifiedBy>
  <cp:revision>3</cp:revision>
  <dcterms:created xsi:type="dcterms:W3CDTF">2026-06-07T13:33:20Z</dcterms:created>
  <dcterms:modified xsi:type="dcterms:W3CDTF">2026-07-11T14:44:56Z</dcterms:modified>
</cp:coreProperties>
</file>