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60" r:id="rId4"/>
    <p:sldId id="282" r:id="rId5"/>
    <p:sldId id="294" r:id="rId6"/>
    <p:sldId id="293" r:id="rId7"/>
    <p:sldId id="290" r:id="rId8"/>
    <p:sldId id="289" r:id="rId9"/>
    <p:sldId id="292" r:id="rId10"/>
    <p:sldId id="291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AE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3" d="100"/>
          <a:sy n="53" d="100"/>
        </p:scale>
        <p:origin x="83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DBCC8-E9A1-C2DF-4153-6A09686252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75108E-DFCE-F5B9-3B56-32AF3D75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008091-0196-8C5E-0EDC-FA63D9C0C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73AEED-F220-4E88-D9B7-2ACE1C364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726663-FB3F-8594-0977-03BEDB62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3642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81641-ACDB-242D-6952-2BEC531B4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5E8B54-2842-9CFA-2493-13CA54CC4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D62730-6194-DB52-1ADE-B00B6BE73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63D56F-73A8-9933-B74C-113DDE8D9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5FABE-AD7C-9647-062D-A803A474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654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7A27-1A1C-AFAC-87BA-CB3AC9925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67473-EE36-CFA7-103A-473768B68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5FB432-8AE9-D709-8B8A-C20059BC1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689E58-42DC-B036-DFF6-1D53E587A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D43F4F-08FA-715A-D758-5E1DECBCE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533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C74A4-6D43-02D9-1E3B-27E6B587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2E7A6-1ED9-33C8-368F-696AFA9A2C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4DE86F-8B57-F7C6-76E8-4D002481E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538424-9D78-0FFB-1595-8857BAD6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36B876-962B-1628-C567-0075E3363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37CA28-ADAD-98B3-F396-24FE3A50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4958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1B408-0DDD-1FA5-7AFE-EE760D5B1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8F0104-CE9C-7CAA-F64D-A2842369B1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CA92E7-70B1-2A63-6343-082F7DA01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7F627FA-B8AD-F684-F795-6B10BB05A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C2F437E-49CB-51FC-FE24-6BA7C6F3C4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E07487-F8BB-F2AE-7A77-A31257B46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0810276-B372-7BD5-DB21-66B4D60E1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E089A8B-9D9B-1D5E-90FE-A79E03E29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074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E06CC6-6881-F505-C2D8-15D35F69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E4E972-0F87-5F28-C528-59FCAF94D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C1B43F-994B-DDDE-D3C5-3CB42396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E133D3-50E8-CD17-EEB1-38A3BA8A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028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F4E1C4-A126-EC9A-7569-664F1E6C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886983-8CB1-BF44-FE35-91745595E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2B082-645C-F771-5800-FDACD8EA3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86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D53C3-34C3-8B02-7087-05590A4A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E03883-325B-045E-3AD0-347308D3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583224-A9A2-C54D-D354-3390428D7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A808B9-3497-A713-9469-AF31E9C6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BFC5B8-C2BB-99C8-C01D-1B44D716A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25C1FC-93CF-579C-616D-D45AC9B8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6696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E69D8A-1E3B-CDDD-221D-96FEACA0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9A5040-74F6-0D8C-B953-4BDB72D7B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6EBAEA-FD39-FC69-F6FC-75C8FB1252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F9296A-16D9-D3B7-317B-5A59465F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072547-3B22-66A0-86FD-3B30E7F54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D6081B-425A-D360-A557-234019D0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09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7EB082-3734-7314-4240-89ED9A00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9A80E9-F2A6-75C4-D7EF-41A0307E3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18612A-4458-9199-2A63-A2C75F6FB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2AFAB-1C1A-B47D-BBBD-01496944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DA2D2-4FEA-B197-4911-7F5043F07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379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951CBEB-FC28-60FF-C0DF-9642D596C2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7EB702F-FDC7-AE5C-1FDC-7EBE2AF20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5755C5-EC6D-6FDA-F5D4-6E6DE07B9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861427-3656-2466-97D6-1E5FDE342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1F649-ADDA-43A7-4C99-97EB3672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871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E1FB4A-75DF-A3C2-AE8A-65F2849E4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60D1BF-119C-2A2C-218F-81BAAB618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869059-BD9F-3C51-4AED-7C35D14F4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614FBA-CC48-4B06-BAA0-6C490FF78C72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86AED9-4151-83C8-4DB0-649D7C7A3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F44C3B-AE70-13B5-915C-19FFF9A42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315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텍스트, 가전용품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24CC78-9F5B-6FE6-CA16-1D2A0D168C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4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B3EC0C-6277-BC53-DA91-54C97AB45FBC}"/>
              </a:ext>
            </a:extLst>
          </p:cNvPr>
          <p:cNvSpPr txBox="1"/>
          <p:nvPr/>
        </p:nvSpPr>
        <p:spPr>
          <a:xfrm>
            <a:off x="3156155" y="367726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산스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3089D-5E57-9DDD-C475-F7ADAEF03246}"/>
              </a:ext>
            </a:extLst>
          </p:cNvPr>
          <p:cNvSpPr txBox="1"/>
          <p:nvPr/>
        </p:nvSpPr>
        <p:spPr>
          <a:xfrm>
            <a:off x="7619999" y="3861931"/>
            <a:ext cx="35101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2021182020 </a:t>
            </a: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2021180018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ko-KR" altLang="en-US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8BEA0A-B34F-551C-436A-9B2165CDC461}"/>
              </a:ext>
            </a:extLst>
          </p:cNvPr>
          <p:cNvSpPr txBox="1"/>
          <p:nvPr/>
        </p:nvSpPr>
        <p:spPr>
          <a:xfrm>
            <a:off x="7150463" y="6580991"/>
            <a:ext cx="50415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※</a:t>
            </a:r>
            <a:r>
              <a:rPr lang="ko-KR" altLang="en-US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위 이미지는 </a:t>
            </a:r>
            <a:r>
              <a:rPr lang="ko-KR" altLang="en-US" sz="1200" dirty="0" err="1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나노바나나를</a:t>
            </a:r>
            <a:r>
              <a:rPr lang="ko-KR" altLang="en-US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이용하여 제작되었습니다</a:t>
            </a:r>
            <a:r>
              <a:rPr lang="en-US" altLang="ko-KR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.</a:t>
            </a:r>
            <a:endParaRPr lang="ko-KR" altLang="en-US" sz="1200" dirty="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6518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C9E36-535E-9BCE-ECA4-20EAD6C20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744A41-204F-E91A-3D85-5B1CA032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0E5B5F-B335-AC7F-93A8-D0AF05B5D30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67C18AB-2900-A104-A269-9A76C6C9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8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46621-E13C-230A-A9EE-C5AE47CD7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소개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구성원 역할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중점 연구분야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개발 내용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문제점 및 보완책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개발 진행도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데모 시연</a:t>
            </a:r>
            <a:endParaRPr lang="ko-KR" altLang="en-US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C8E12ED-546A-3186-BFF5-78F8E8894055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646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E5DA-729A-F150-D6D7-99D6C2F0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B3942AF-596D-147F-DC0B-AD4D58ED56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5080CEE3-78D9-DEF6-8304-880676CAEA07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8693BD4-D193-BCD7-6AC6-EBD1F2E3A7CD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E49187B1-68E5-2191-F863-21A89173F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게임 소개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54BC1A5-CB94-4BD4-3506-F57BA8BD38CE}"/>
              </a:ext>
            </a:extLst>
          </p:cNvPr>
          <p:cNvCxnSpPr>
            <a:cxnSpLocks/>
          </p:cNvCxnSpPr>
          <p:nvPr/>
        </p:nvCxnSpPr>
        <p:spPr>
          <a:xfrm>
            <a:off x="5388077" y="2494801"/>
            <a:ext cx="0" cy="2418735"/>
          </a:xfrm>
          <a:prstGeom prst="line">
            <a:avLst/>
          </a:prstGeom>
          <a:ln w="28575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16BA0C5-B504-8DF9-471E-76109F81D571}"/>
              </a:ext>
            </a:extLst>
          </p:cNvPr>
          <p:cNvSpPr txBox="1"/>
          <p:nvPr/>
        </p:nvSpPr>
        <p:spPr>
          <a:xfrm>
            <a:off x="3565423" y="2712219"/>
            <a:ext cx="6162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제목       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프로젝트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오푸스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(Project : OPUS)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3A714F-6C36-54F5-0E4D-865A3E7B11DF}"/>
              </a:ext>
            </a:extLst>
          </p:cNvPr>
          <p:cNvSpPr txBox="1"/>
          <p:nvPr/>
        </p:nvSpPr>
        <p:spPr>
          <a:xfrm>
            <a:off x="3565422" y="3517807"/>
            <a:ext cx="6771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장르        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3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인칭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싱글플레이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3D,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시뮬레이션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퍼즐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A01AE6-D9AE-7427-1A71-BC4C88F71966}"/>
              </a:ext>
            </a:extLst>
          </p:cNvPr>
          <p:cNvSpPr txBox="1"/>
          <p:nvPr/>
        </p:nvSpPr>
        <p:spPr>
          <a:xfrm>
            <a:off x="3014816" y="4342586"/>
            <a:ext cx="6162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예상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플레이타임    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+30 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분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404C31-2D99-7D94-6BA3-ACA6CD467D58}"/>
              </a:ext>
            </a:extLst>
          </p:cNvPr>
          <p:cNvSpPr txBox="1"/>
          <p:nvPr/>
        </p:nvSpPr>
        <p:spPr>
          <a:xfrm>
            <a:off x="0" y="5257459"/>
            <a:ext cx="121919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오브젝트의 성질을 실시간으로 바꾸며</a:t>
            </a:r>
            <a:r>
              <a:rPr lang="en-US" altLang="ko-KR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온도나 </a:t>
            </a: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 같은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다양한 물리현상의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/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복합적인 상호작용을 이해하며 풀어나가는</a:t>
            </a:r>
            <a:r>
              <a:rPr lang="en-US" altLang="ko-KR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학습용 퍼즐 </a:t>
            </a: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</a:t>
            </a:r>
          </a:p>
        </p:txBody>
      </p:sp>
    </p:spTree>
    <p:extLst>
      <p:ext uri="{BB962C8B-B14F-4D97-AF65-F5344CB8AC3E}">
        <p14:creationId xmlns:p14="http://schemas.microsoft.com/office/powerpoint/2010/main" val="462377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422AE-AE8E-0FBB-D23A-28FFA8791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25D0F7E-06DD-B003-F6F6-4202DFD935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9128FE1-CDEE-4C1C-7A36-D072F11D712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12F7068-82E4-878E-2598-96AD854AF9DD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4544DF10-ADC9-1204-D86E-27AEF2E90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구성원 역할 및 중점 연구분야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9E1EAA-8379-C0FB-E5F9-6CBD06DDF96B}"/>
              </a:ext>
            </a:extLst>
          </p:cNvPr>
          <p:cNvSpPr txBox="1"/>
          <p:nvPr/>
        </p:nvSpPr>
        <p:spPr>
          <a:xfrm>
            <a:off x="838199" y="1690688"/>
            <a:ext cx="334991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/>
            <a:endParaRPr lang="en-US" altLang="ko-KR" sz="80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3D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에셋 및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UI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제작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자연스러운 재질 변환 이펙트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시스템의 시각적 표현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174AB7-7264-51EA-02DE-15ADE27A7BF0}"/>
              </a:ext>
            </a:extLst>
          </p:cNvPr>
          <p:cNvSpPr txBox="1"/>
          <p:nvPr/>
        </p:nvSpPr>
        <p:spPr>
          <a:xfrm>
            <a:off x="7741032" y="1766324"/>
            <a:ext cx="3349913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80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게임 시스템 구현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C++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기반 통합 물리 구조 설계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실시간 물리 파라미터 최적화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6EFB3-FD0B-FD83-4711-1032EF7B8EB3}"/>
              </a:ext>
            </a:extLst>
          </p:cNvPr>
          <p:cNvSpPr txBox="1"/>
          <p:nvPr/>
        </p:nvSpPr>
        <p:spPr>
          <a:xfrm>
            <a:off x="4391119" y="1690688"/>
            <a:ext cx="3349913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</a:t>
            </a:r>
            <a:endParaRPr lang="en-US" altLang="ko-KR" sz="32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/>
            <a:endParaRPr lang="ko-KR" altLang="en-US" sz="8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레벨 디자인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물리 파라미터의 시각적 표현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305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A2E3-E9A3-6CE2-7FE9-44855407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D17C0F-B731-24D2-12E9-F6DDA61EEE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7E747A12-8E20-7D30-0608-D3A1F958FA33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52B4293-352A-5FD8-32D7-0752F7D37D8A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6F6507EE-FBD0-CEE9-0222-75F3E879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내용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D39AEF8-60BA-89AF-6BCF-C60908623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204" y="4008196"/>
            <a:ext cx="3697589" cy="19387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814D5E-00F1-04A7-9FE6-CF9E108A5386}"/>
              </a:ext>
            </a:extLst>
          </p:cNvPr>
          <p:cNvSpPr txBox="1"/>
          <p:nvPr/>
        </p:nvSpPr>
        <p:spPr>
          <a:xfrm>
            <a:off x="5087177" y="5957212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E1905-D2F5-2CEB-79E6-2FC9F084D7B3}"/>
              </a:ext>
            </a:extLst>
          </p:cNvPr>
          <p:cNvSpPr txBox="1"/>
          <p:nvPr/>
        </p:nvSpPr>
        <p:spPr>
          <a:xfrm>
            <a:off x="9320389" y="529755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전기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89DBD2-1297-F44C-A07B-26E079CC782B}"/>
              </a:ext>
            </a:extLst>
          </p:cNvPr>
          <p:cNvSpPr txBox="1"/>
          <p:nvPr/>
        </p:nvSpPr>
        <p:spPr>
          <a:xfrm>
            <a:off x="1189335" y="5297557"/>
            <a:ext cx="1868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온도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EC31D67-77C6-3333-DB12-0315B0D09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111334"/>
            <a:ext cx="2948609" cy="28662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9D372A-F298-D2A0-6AE7-9D33137B03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6" r="10813"/>
          <a:stretch>
            <a:fillRect/>
          </a:stretch>
        </p:blipFill>
        <p:spPr>
          <a:xfrm>
            <a:off x="8094526" y="3038812"/>
            <a:ext cx="3981725" cy="193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297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668C4-5C2D-5164-12DA-4C40E864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72C7145-75CE-EB84-57E3-7E22F0E007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6C3823E-4240-EC04-B526-3130C6C61BB1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9F76D62-0F10-9EAF-D195-C788F0647F9C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D27985CE-5FF2-EFB2-2D60-22633EA61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내용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65B8A2D-49E8-BB70-68B6-7C03DAD0C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583" y="2896502"/>
            <a:ext cx="4324954" cy="2143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6E312D-8DEF-4E15-2E1D-9BE027FF58CA}"/>
              </a:ext>
            </a:extLst>
          </p:cNvPr>
          <p:cNvSpPr txBox="1"/>
          <p:nvPr/>
        </p:nvSpPr>
        <p:spPr>
          <a:xfrm>
            <a:off x="2419238" y="568676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열화상 카메라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DE574-963A-3572-4FE0-8E4522ABE420}"/>
              </a:ext>
            </a:extLst>
          </p:cNvPr>
          <p:cNvSpPr txBox="1"/>
          <p:nvPr/>
        </p:nvSpPr>
        <p:spPr>
          <a:xfrm>
            <a:off x="8013370" y="568676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6974D42-52E4-E8BB-5C39-D2E8FD1D23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1817" y="2663211"/>
            <a:ext cx="3658103" cy="2662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780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128B7-4829-EEEB-3BB8-436760F5B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A84CAF-5BB0-C6A6-F0B4-7443228D176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5B626509-0891-C059-19BA-95C9EFFB96A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586ABB5D-2164-354F-E2E7-73490A158E5B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9B988E82-8027-5F1F-3ED7-1B28DC2F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문제점 및 보완책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F6FBB6-8998-A476-3A13-14E82BFC8F5F}"/>
              </a:ext>
            </a:extLst>
          </p:cNvPr>
          <p:cNvSpPr txBox="1"/>
          <p:nvPr/>
        </p:nvSpPr>
        <p:spPr>
          <a:xfrm>
            <a:off x="1297871" y="2690336"/>
            <a:ext cx="418852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교육용 게임으로서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교육과정에 들어가는 온도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자기장 등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시스템들을 온전히 담아내지 못 함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고유 저항과 과전류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코일과 유도전류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같은 추가적인 콘텐츠를 제작하여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교육용 게임으로서의 컨셉 강화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4F037-C794-A6DA-996C-60C641C40152}"/>
              </a:ext>
            </a:extLst>
          </p:cNvPr>
          <p:cNvSpPr txBox="1"/>
          <p:nvPr/>
        </p:nvSpPr>
        <p:spPr>
          <a:xfrm>
            <a:off x="5868626" y="2690336"/>
            <a:ext cx="48694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온도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자기장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전기의 상호작용과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물체의 머티리얼을 바꾼다는 기능이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오브젝트 하나당 계산을 늘림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LineTrace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에서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SweepSphere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방식으로 최적화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불필요한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Tick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연산제거와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추가적인 최적화 방안 모색중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5AAE0-4EC1-131B-F953-E1C996A6F9D6}"/>
              </a:ext>
            </a:extLst>
          </p:cNvPr>
          <p:cNvSpPr txBox="1"/>
          <p:nvPr/>
        </p:nvSpPr>
        <p:spPr>
          <a:xfrm>
            <a:off x="1804225" y="1968370"/>
            <a:ext cx="3175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스테이지</a:t>
            </a:r>
            <a:endParaRPr lang="ko-KR" altLang="en-US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46A13C-7052-759A-A570-4CC9D7018D6D}"/>
              </a:ext>
            </a:extLst>
          </p:cNvPr>
          <p:cNvCxnSpPr/>
          <p:nvPr/>
        </p:nvCxnSpPr>
        <p:spPr>
          <a:xfrm>
            <a:off x="2281093" y="2556486"/>
            <a:ext cx="2153265" cy="0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D27CC09-D4EF-D91D-A458-9F40059BE632}"/>
              </a:ext>
            </a:extLst>
          </p:cNvPr>
          <p:cNvSpPr txBox="1"/>
          <p:nvPr/>
        </p:nvSpPr>
        <p:spPr>
          <a:xfrm>
            <a:off x="6871505" y="2014194"/>
            <a:ext cx="3175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시스템</a:t>
            </a:r>
            <a:endParaRPr lang="ko-KR" altLang="en-US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37A81785-9C95-1EBE-B565-38DC08CB9F7E}"/>
              </a:ext>
            </a:extLst>
          </p:cNvPr>
          <p:cNvCxnSpPr/>
          <p:nvPr/>
        </p:nvCxnSpPr>
        <p:spPr>
          <a:xfrm>
            <a:off x="7226708" y="2598969"/>
            <a:ext cx="2153265" cy="0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754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2737-8EBF-ED25-8276-E3A16334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DDF966F-7FC9-E3D9-3B5A-956F917F5D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44485B2F-0B3E-0FD2-CA72-6933CCD8F8D3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1596233-C375-CDA0-4288-24501AAF0C9C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1D324FE2-38B3-6DF5-321A-0B56A98EA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49F75F9-21A4-F521-4F26-AE67E70988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567961"/>
              </p:ext>
            </p:extLst>
          </p:nvPr>
        </p:nvGraphicFramePr>
        <p:xfrm>
          <a:off x="838200" y="2055803"/>
          <a:ext cx="8171482" cy="355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724">
                  <a:extLst>
                    <a:ext uri="{9D8B030D-6E8A-4147-A177-3AD203B41FA5}">
                      <a16:colId xmlns:a16="http://schemas.microsoft.com/office/drawing/2014/main" val="217783182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34054848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678181005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15640212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39282174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602765663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824723162"/>
                    </a:ext>
                  </a:extLst>
                </a:gridCol>
              </a:tblGrid>
              <a:tr h="439826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909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상세 기획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레벨디자인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883826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3D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모델링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0481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각 물리적 기능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461377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애니메이션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1661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물리 시스템 융합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561120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오브젝트 배치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밸런스 조절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34437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시각적 효과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2754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BD3A841-72E0-9831-A94B-1069FC0CA1CC}"/>
              </a:ext>
            </a:extLst>
          </p:cNvPr>
          <p:cNvSpPr txBox="1"/>
          <p:nvPr/>
        </p:nvSpPr>
        <p:spPr>
          <a:xfrm>
            <a:off x="9503421" y="2541189"/>
            <a:ext cx="186813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공동작업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2EEA06-2E3B-42C8-CD27-0CAF1B613440}"/>
              </a:ext>
            </a:extLst>
          </p:cNvPr>
          <p:cNvSpPr/>
          <p:nvPr/>
        </p:nvSpPr>
        <p:spPr>
          <a:xfrm>
            <a:off x="9110129" y="2721807"/>
            <a:ext cx="36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DFD885-D172-B245-B009-203C675FBD80}"/>
              </a:ext>
            </a:extLst>
          </p:cNvPr>
          <p:cNvSpPr/>
          <p:nvPr/>
        </p:nvSpPr>
        <p:spPr>
          <a:xfrm>
            <a:off x="9110129" y="3253098"/>
            <a:ext cx="36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11E0780-FF5C-28E5-5D2C-FDA672AC1E1C}"/>
              </a:ext>
            </a:extLst>
          </p:cNvPr>
          <p:cNvSpPr/>
          <p:nvPr/>
        </p:nvSpPr>
        <p:spPr>
          <a:xfrm>
            <a:off x="9110129" y="3767858"/>
            <a:ext cx="3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5198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657FB-2CF3-5DB4-12D3-F32E80CDC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CCEB2FC-C62B-AF59-CBA2-CB66941DFA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F67C0D9C-A2BD-AAD0-9FE7-627DBD895C05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B96CEC2-9E59-4499-5CFF-2CB925914BBF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85BE2E84-4D08-F217-355A-07F79D591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남은 작업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176A9F6-01A8-8165-B30A-8CEAACA47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72649"/>
              </p:ext>
            </p:extLst>
          </p:nvPr>
        </p:nvGraphicFramePr>
        <p:xfrm>
          <a:off x="838200" y="2055803"/>
          <a:ext cx="8171482" cy="355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724">
                  <a:extLst>
                    <a:ext uri="{9D8B030D-6E8A-4147-A177-3AD203B41FA5}">
                      <a16:colId xmlns:a16="http://schemas.microsoft.com/office/drawing/2014/main" val="217783182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34054848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678181005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15640212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39282174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602765663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824723162"/>
                    </a:ext>
                  </a:extLst>
                </a:gridCol>
              </a:tblGrid>
              <a:tr h="439826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909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상세 기획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레벨디자인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스테이지 기획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883826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3D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모델링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부가적인 오브젝트 제작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0481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각 물리적 기능 구현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461377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애니메이션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상호작용 모션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1661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물리 시스템 융합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다양한 오브젝트의 물리 파라미터 계산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561120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오브젝트 배치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밸런스 조절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튜토리얼 외</a:t>
                      </a:r>
                      <a:endParaRPr lang="en-US" altLang="ko-KR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스테이지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34437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시각적 효과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사운드 및 </a:t>
                      </a:r>
                      <a:r>
                        <a:rPr lang="en-US" altLang="ko-KR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디자인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2754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5D6ADC-CE75-BB37-2A55-3E6BAF8E6866}"/>
              </a:ext>
            </a:extLst>
          </p:cNvPr>
          <p:cNvSpPr txBox="1"/>
          <p:nvPr/>
        </p:nvSpPr>
        <p:spPr>
          <a:xfrm>
            <a:off x="9503421" y="2541189"/>
            <a:ext cx="186813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공동작업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C1BD4E-3861-B759-C2E1-45A8DAB58F41}"/>
              </a:ext>
            </a:extLst>
          </p:cNvPr>
          <p:cNvSpPr/>
          <p:nvPr/>
        </p:nvSpPr>
        <p:spPr>
          <a:xfrm>
            <a:off x="9110129" y="2721807"/>
            <a:ext cx="36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A7969E-0C82-CBD0-DF24-25A760BC696E}"/>
              </a:ext>
            </a:extLst>
          </p:cNvPr>
          <p:cNvSpPr/>
          <p:nvPr/>
        </p:nvSpPr>
        <p:spPr>
          <a:xfrm>
            <a:off x="9110129" y="3253098"/>
            <a:ext cx="36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CFDAE0-5BD2-9CF7-739E-947A0FD0F360}"/>
              </a:ext>
            </a:extLst>
          </p:cNvPr>
          <p:cNvSpPr/>
          <p:nvPr/>
        </p:nvSpPr>
        <p:spPr>
          <a:xfrm>
            <a:off x="9110129" y="3767858"/>
            <a:ext cx="3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04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1F2CB-9D40-DF7F-2228-6D57BBD59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5877EA8-A783-26FB-F124-F655B8958D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5B7292A-DA19-82B2-7416-CBEBF2C7A11C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358484-590C-E299-2FC8-8EE8B7F6A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ko-KR" altLang="en-US" sz="12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데모 시연</a:t>
            </a:r>
            <a:endParaRPr lang="ko-KR" altLang="en-US" sz="12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92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 smtClean="0">
            <a:solidFill>
              <a:sysClr val="windowText" lastClr="000000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err="1" smtClean="0">
            <a:solidFill>
              <a:schemeClr val="bg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778</TotalTime>
  <Words>305</Words>
  <Application>Microsoft Office PowerPoint</Application>
  <PresentationFormat>와이드스크린</PresentationFormat>
  <Paragraphs>121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목차</vt:lpstr>
      <vt:lpstr>게임 소개</vt:lpstr>
      <vt:lpstr>구성원 역할 및 중점 연구분야</vt:lpstr>
      <vt:lpstr>개발 내용</vt:lpstr>
      <vt:lpstr>개발 내용</vt:lpstr>
      <vt:lpstr>문제점 및 보완책</vt:lpstr>
      <vt:lpstr>개발 일정</vt:lpstr>
      <vt:lpstr>남은 작업</vt:lpstr>
      <vt:lpstr>데모 시연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형규 송</dc:creator>
  <cp:lastModifiedBy>형규 송</cp:lastModifiedBy>
  <cp:revision>45</cp:revision>
  <dcterms:created xsi:type="dcterms:W3CDTF">2025-11-23T05:05:37Z</dcterms:created>
  <dcterms:modified xsi:type="dcterms:W3CDTF">2026-04-01T03:26:42Z</dcterms:modified>
</cp:coreProperties>
</file>