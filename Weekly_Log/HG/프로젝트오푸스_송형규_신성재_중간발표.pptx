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60" r:id="rId4"/>
    <p:sldId id="282" r:id="rId5"/>
    <p:sldId id="283" r:id="rId6"/>
    <p:sldId id="288" r:id="rId7"/>
    <p:sldId id="290" r:id="rId8"/>
    <p:sldId id="289" r:id="rId9"/>
    <p:sldId id="292" r:id="rId10"/>
    <p:sldId id="291" r:id="rId11"/>
    <p:sldId id="27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DBCC8-E9A1-C2DF-4153-6A0968625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75108E-DFCE-F5B9-3B56-32AF3D751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008091-0196-8C5E-0EDC-FA63D9C0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73AEED-F220-4E88-D9B7-2ACE1C36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26663-FB3F-8594-0977-03BEDB62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64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81641-ACDB-242D-6952-2BEC531B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E8B54-2842-9CFA-2493-13CA54CC4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62730-6194-DB52-1ADE-B00B6BE7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63D56F-73A8-9933-B74C-113DDE8D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5FABE-AD7C-9647-062D-A803A474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5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97A27-1A1C-AFAC-87BA-CB3AC992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67473-EE36-CFA7-103A-473768B68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5FB432-8AE9-D709-8B8A-C20059BC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689E58-42DC-B036-DFF6-1D53E587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D43F4F-08FA-715A-D758-5E1DECBC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33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C74A4-6D43-02D9-1E3B-27E6B587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2E7A6-1ED9-33C8-368F-696AFA9A2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4DE86F-8B57-F7C6-76E8-4D002481E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538424-9D78-0FFB-1595-8857BAD6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36B876-962B-1628-C567-0075E336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37CA28-ADAD-98B3-F396-24FE3A50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95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1B408-0DDD-1FA5-7AFE-EE760D5B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F0104-CE9C-7CAA-F64D-A2842369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CA92E7-70B1-2A63-6343-082F7DA01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F627FA-B8AD-F684-F795-6B10BB05A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2F437E-49CB-51FC-FE24-6BA7C6F3C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E07487-F8BB-F2AE-7A77-A31257B4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810276-B372-7BD5-DB21-66B4D60E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089A8B-9D9B-1D5E-90FE-A79E03E2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07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06CC6-6881-F505-C2D8-15D35F69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E4E972-0F87-5F28-C528-59FCAF94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C1B43F-994B-DDDE-D3C5-3CB42396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E133D3-50E8-CD17-EEB1-38A3BA8A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02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F4E1C4-A126-EC9A-7569-664F1E6C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886983-8CB1-BF44-FE35-91745595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2B082-645C-F771-5800-FDACD8EA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86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D53C3-34C3-8B02-7087-05590A4A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03883-325B-045E-3AD0-347308D3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583224-A9A2-C54D-D354-3390428D7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A808B9-3497-A713-9469-AF31E9C6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BFC5B8-C2BB-99C8-C01D-1B44D716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25C1FC-93CF-579C-616D-D45AC9B8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696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69D8A-1E3B-CDDD-221D-96FEACA0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9A5040-74F6-0D8C-B953-4BDB72D7B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6EBAEA-FD39-FC69-F6FC-75C8FB125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F9296A-16D9-D3B7-317B-5A59465F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072547-3B22-66A0-86FD-3B30E7F5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D6081B-425A-D360-A557-234019D0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30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B082-3734-7314-4240-89ED9A00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9A80E9-F2A6-75C4-D7EF-41A0307E3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8612A-4458-9199-2A63-A2C75F6F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2AFAB-1C1A-B47D-BBBD-01496944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A2D2-4FEA-B197-4911-7F5043F0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37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51CBEB-FC28-60FF-C0DF-9642D596C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EB702F-FDC7-AE5C-1FDC-7EBE2AF20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5755C5-EC6D-6FDA-F5D4-6E6DE07B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61427-3656-2466-97D6-1E5FDE34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F1F649-ADDA-43A7-4C99-97EB3672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87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1FB4A-75DF-A3C2-AE8A-65F2849E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60D1BF-119C-2A2C-218F-81BAAB618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869059-BD9F-3C51-4AED-7C35D14F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14FBA-CC48-4B06-BAA0-6C490FF78C7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86AED9-4151-83C8-4DB0-649D7C7A3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44C3B-AE70-13B5-915C-19FFF9A42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BECD3-DBD5-4CD1-98F0-7E23A10744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315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, 가전용품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24CC78-9F5B-6FE6-CA16-1D2A0D168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B3EC0C-6277-BC53-DA91-54C97AB45FBC}"/>
              </a:ext>
            </a:extLst>
          </p:cNvPr>
          <p:cNvSpPr txBox="1"/>
          <p:nvPr/>
        </p:nvSpPr>
        <p:spPr>
          <a:xfrm>
            <a:off x="3156155" y="3677265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산스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3089D-5E57-9DDD-C475-F7ADAEF03246}"/>
              </a:ext>
            </a:extLst>
          </p:cNvPr>
          <p:cNvSpPr txBox="1"/>
          <p:nvPr/>
        </p:nvSpPr>
        <p:spPr>
          <a:xfrm>
            <a:off x="7619999" y="3861931"/>
            <a:ext cx="3510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2021182020 </a:t>
            </a:r>
            <a:r>
              <a:rPr lang="ko-KR" altLang="en-US" sz="240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송형규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2021180018 </a:t>
            </a: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신성재</a:t>
            </a:r>
            <a:endParaRPr lang="ko-KR" altLang="en-US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BEA0A-B34F-551C-436A-9B2165CDC461}"/>
              </a:ext>
            </a:extLst>
          </p:cNvPr>
          <p:cNvSpPr txBox="1"/>
          <p:nvPr/>
        </p:nvSpPr>
        <p:spPr>
          <a:xfrm>
            <a:off x="7150463" y="6580991"/>
            <a:ext cx="5041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※</a:t>
            </a:r>
            <a:r>
              <a:rPr lang="ko-KR" altLang="en-US" sz="1200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위 이미지는 </a:t>
            </a:r>
            <a:r>
              <a:rPr lang="ko-KR" altLang="en-US" sz="1200" dirty="0" err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나노바나나를</a:t>
            </a:r>
            <a:r>
              <a:rPr lang="ko-KR" altLang="en-US" sz="1200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이용하여 제작되었습니다</a:t>
            </a:r>
            <a:r>
              <a:rPr lang="en-US" altLang="ko-KR" sz="1200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651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C9E36-535E-9BCE-ECA4-20EAD6C2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744A41-204F-E91A-3D85-5B1CA03245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40E5B5F-B335-AC7F-93A8-D0AF05B5D308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7C18AB-2900-A104-A269-9A76C6C9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46621-E13C-230A-A9EE-C5AE47CD7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게임 소개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구성원 역할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중점 연구분야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내용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문제점 및 보완책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진행도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데모 시연</a:t>
            </a:r>
            <a:endParaRPr lang="ko-KR" altLang="en-US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C8E12ED-546A-3186-BFF5-78F8E8894055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64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E5DA-729A-F150-D6D7-99D6C2F0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3942AF-596D-147F-DC0B-AD4D58ED56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080CEE3-78D9-DEF6-8304-880676CAEA07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8693BD4-D193-BCD7-6AC6-EBD1F2E3A7CD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E49187B1-68E5-2191-F863-21A89173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게임 소개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54BC1A5-CB94-4BD4-3506-F57BA8BD38CE}"/>
              </a:ext>
            </a:extLst>
          </p:cNvPr>
          <p:cNvCxnSpPr>
            <a:cxnSpLocks/>
          </p:cNvCxnSpPr>
          <p:nvPr/>
        </p:nvCxnSpPr>
        <p:spPr>
          <a:xfrm>
            <a:off x="5388077" y="2494801"/>
            <a:ext cx="0" cy="2418735"/>
          </a:xfrm>
          <a:prstGeom prst="line">
            <a:avLst/>
          </a:prstGeom>
          <a:ln w="28575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6BA0C5-B504-8DF9-471E-76109F81D571}"/>
              </a:ext>
            </a:extLst>
          </p:cNvPr>
          <p:cNvSpPr txBox="1"/>
          <p:nvPr/>
        </p:nvSpPr>
        <p:spPr>
          <a:xfrm>
            <a:off x="3565423" y="2712219"/>
            <a:ext cx="616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게임 제목        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프로젝트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오푸스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(Project : OPUS)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3A714F-6C36-54F5-0E4D-865A3E7B11DF}"/>
              </a:ext>
            </a:extLst>
          </p:cNvPr>
          <p:cNvSpPr txBox="1"/>
          <p:nvPr/>
        </p:nvSpPr>
        <p:spPr>
          <a:xfrm>
            <a:off x="3565422" y="3517807"/>
            <a:ext cx="6771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게임 </a:t>
            </a: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장르        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인칭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싱글플레이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3D, 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시뮬레이션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퍼즐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01AE6-D9AE-7427-1A71-BC4C88F71966}"/>
              </a:ext>
            </a:extLst>
          </p:cNvPr>
          <p:cNvSpPr txBox="1"/>
          <p:nvPr/>
        </p:nvSpPr>
        <p:spPr>
          <a:xfrm>
            <a:off x="3014816" y="4342586"/>
            <a:ext cx="616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예상 </a:t>
            </a: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플레이타임    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+30 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04C31-2D99-7D94-6BA3-ACA6CD467D58}"/>
              </a:ext>
            </a:extLst>
          </p:cNvPr>
          <p:cNvSpPr txBox="1"/>
          <p:nvPr/>
        </p:nvSpPr>
        <p:spPr>
          <a:xfrm>
            <a:off x="2274324" y="5257459"/>
            <a:ext cx="76433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오브젝트의 성질을 실시간으로 </a:t>
            </a: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바꾸며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온도나 자기장 같은 </a:t>
            </a:r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다양한 물리현상의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복합적인 상호작용을 이해하며 풀어나가는</a:t>
            </a:r>
            <a:endParaRPr lang="en-US" altLang="ko-KR" sz="24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24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교육용 퍼즐 </a:t>
            </a: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게임</a:t>
            </a:r>
          </a:p>
        </p:txBody>
      </p:sp>
    </p:spTree>
    <p:extLst>
      <p:ext uri="{BB962C8B-B14F-4D97-AF65-F5344CB8AC3E}">
        <p14:creationId xmlns:p14="http://schemas.microsoft.com/office/powerpoint/2010/main" val="46237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22AE-AE8E-0FBB-D23A-28FFA8791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5D0F7E-06DD-B003-F6F6-4202DFD935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9128FE1-CDEE-4C1C-7A36-D072F11D7128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12F7068-82E4-878E-2598-96AD854AF9DD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4544DF10-ADC9-1204-D86E-27AEF2E9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구성원 역할</a:t>
            </a:r>
            <a:endParaRPr lang="ko-KR" altLang="en-US" sz="48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E1EAA-8379-C0FB-E5F9-6CBD06DDF96B}"/>
              </a:ext>
            </a:extLst>
          </p:cNvPr>
          <p:cNvSpPr txBox="1"/>
          <p:nvPr/>
        </p:nvSpPr>
        <p:spPr>
          <a:xfrm>
            <a:off x="953730" y="1690688"/>
            <a:ext cx="5142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송형규</a:t>
            </a:r>
            <a:endParaRPr lang="en-US" altLang="ko-KR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l"/>
            <a:endParaRPr lang="en-US" altLang="ko-KR" sz="800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endParaRPr lang="en-US" altLang="ko-KR" sz="2400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174AB7-7264-51EA-02DE-15ADE27A7BF0}"/>
              </a:ext>
            </a:extLst>
          </p:cNvPr>
          <p:cNvSpPr txBox="1"/>
          <p:nvPr/>
        </p:nvSpPr>
        <p:spPr>
          <a:xfrm>
            <a:off x="6095999" y="1763415"/>
            <a:ext cx="51422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신성재</a:t>
            </a:r>
            <a:endParaRPr lang="en-US" altLang="ko-KR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000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305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77CB-7BC7-C87C-DA3A-A8079E2E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8ECAEC-9CFC-088C-398B-BEDD1E3BBE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36CF77-5FB8-DF0F-DD70-05FB9C345633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E29FCC-5C40-1529-B433-A07681A92CD4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B32D9DB9-6497-1A21-2834-CDC610AE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중점 연구 분야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B2EAA-2840-CBD0-D63A-7E5456973EAB}"/>
              </a:ext>
            </a:extLst>
          </p:cNvPr>
          <p:cNvSpPr txBox="1"/>
          <p:nvPr/>
        </p:nvSpPr>
        <p:spPr>
          <a:xfrm>
            <a:off x="1297871" y="2690336"/>
            <a:ext cx="411970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실시간 재질 변환 그래픽 구현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런타임에 오브젝트의 </a:t>
            </a:r>
            <a:r>
              <a:rPr lang="ko-KR" altLang="en-US" dirty="0" err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머티리얼이</a:t>
            </a:r>
            <a:endParaRPr lang="en-US" altLang="ko-KR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자연스럽게 변경되는</a:t>
            </a:r>
            <a:endParaRPr lang="en-US" altLang="ko-KR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나이아가라 이펙트 제작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C6EE8-0758-CB9F-0ACF-53FFB1D63C8E}"/>
              </a:ext>
            </a:extLst>
          </p:cNvPr>
          <p:cNvSpPr txBox="1"/>
          <p:nvPr/>
        </p:nvSpPr>
        <p:spPr>
          <a:xfrm>
            <a:off x="6024701" y="2690336"/>
            <a:ext cx="4869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C++ </a:t>
            </a: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 통합 물리 아키텍처 구축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열역학 및 전자기학</a:t>
            </a:r>
            <a:r>
              <a:rPr lang="en-US" altLang="ko-KR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등이 서로 영향을 미치는</a:t>
            </a:r>
            <a:endParaRPr lang="en-US" altLang="ko-KR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독자적인 물리 엔진 시스템 직접 구현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43FDD-DFDF-77C1-B7A0-DA088A263D1F}"/>
              </a:ext>
            </a:extLst>
          </p:cNvPr>
          <p:cNvSpPr txBox="1"/>
          <p:nvPr/>
        </p:nvSpPr>
        <p:spPr>
          <a:xfrm>
            <a:off x="5777511" y="4023658"/>
            <a:ext cx="53638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실시간 상태 동기화 시스템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오브젝트의 </a:t>
            </a:r>
            <a:r>
              <a:rPr lang="ko-KR" altLang="en-US" dirty="0" err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머티리얼</a:t>
            </a:r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변경 즉시 타 오브젝트와</a:t>
            </a:r>
            <a:endParaRPr lang="en-US" altLang="ko-KR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자연스럽게 상호작용할 수 있도록 최적화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B7EDD-736B-A694-DB18-BF55FE2527ED}"/>
              </a:ext>
            </a:extLst>
          </p:cNvPr>
          <p:cNvSpPr txBox="1"/>
          <p:nvPr/>
        </p:nvSpPr>
        <p:spPr>
          <a:xfrm>
            <a:off x="1769816" y="1971711"/>
            <a:ext cx="317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송형규</a:t>
            </a:r>
            <a:endParaRPr lang="ko-KR" altLang="en-US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797A6C0-90B9-4BD1-3A19-88D4B1A966C0}"/>
              </a:ext>
            </a:extLst>
          </p:cNvPr>
          <p:cNvCxnSpPr/>
          <p:nvPr/>
        </p:nvCxnSpPr>
        <p:spPr>
          <a:xfrm>
            <a:off x="2281093" y="2556486"/>
            <a:ext cx="215326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7EC123-31EE-3F11-7FB5-F566BF8C38AD}"/>
              </a:ext>
            </a:extLst>
          </p:cNvPr>
          <p:cNvSpPr txBox="1"/>
          <p:nvPr/>
        </p:nvSpPr>
        <p:spPr>
          <a:xfrm>
            <a:off x="6715431" y="2014194"/>
            <a:ext cx="317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신성재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C95592-5975-3F75-04A2-4E7537D0AAFE}"/>
              </a:ext>
            </a:extLst>
          </p:cNvPr>
          <p:cNvCxnSpPr/>
          <p:nvPr/>
        </p:nvCxnSpPr>
        <p:spPr>
          <a:xfrm>
            <a:off x="7226708" y="2598969"/>
            <a:ext cx="215326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11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D011-22A8-4BB2-A2BF-F8CE0274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8C6DB5-6E17-B809-0DAF-6A7E75E00C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99F07A2-B86B-4A2D-8A3A-B72C07CF595E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9C158DA-CC5D-19A0-BCAC-1B1A1179665C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E9D5AC4D-3D41-C625-015F-CA8B9EB0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내용</a:t>
            </a:r>
            <a:endParaRPr lang="ko-KR" altLang="en-US" sz="48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2DF75-E643-4A35-3F72-E584304AB4BE}"/>
              </a:ext>
            </a:extLst>
          </p:cNvPr>
          <p:cNvSpPr txBox="1"/>
          <p:nvPr/>
        </p:nvSpPr>
        <p:spPr>
          <a:xfrm>
            <a:off x="1297871" y="2690336"/>
            <a:ext cx="411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ㅇ</a:t>
            </a:r>
            <a:endParaRPr lang="ko-KR" altLang="en-US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85282-B574-11B3-6878-474D1C1860D8}"/>
              </a:ext>
            </a:extLst>
          </p:cNvPr>
          <p:cNvSpPr txBox="1"/>
          <p:nvPr/>
        </p:nvSpPr>
        <p:spPr>
          <a:xfrm>
            <a:off x="6024701" y="2690336"/>
            <a:ext cx="4869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ㅇ</a:t>
            </a:r>
            <a:endParaRPr lang="ko-KR" altLang="en-US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8F3B82-E73F-0B9F-7F47-A6804BD41B54}"/>
              </a:ext>
            </a:extLst>
          </p:cNvPr>
          <p:cNvSpPr txBox="1"/>
          <p:nvPr/>
        </p:nvSpPr>
        <p:spPr>
          <a:xfrm>
            <a:off x="1769816" y="1971711"/>
            <a:ext cx="317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송형규</a:t>
            </a:r>
            <a:endParaRPr lang="ko-KR" altLang="en-US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6BEA324-22CB-CF59-0B00-D907B063A5B5}"/>
              </a:ext>
            </a:extLst>
          </p:cNvPr>
          <p:cNvCxnSpPr/>
          <p:nvPr/>
        </p:nvCxnSpPr>
        <p:spPr>
          <a:xfrm>
            <a:off x="2281093" y="2556486"/>
            <a:ext cx="215326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6AFF09-B502-588B-8375-20FB50AA86EC}"/>
              </a:ext>
            </a:extLst>
          </p:cNvPr>
          <p:cNvSpPr txBox="1"/>
          <p:nvPr/>
        </p:nvSpPr>
        <p:spPr>
          <a:xfrm>
            <a:off x="6715431" y="2014194"/>
            <a:ext cx="317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신성재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2B72AE-61F7-0DE9-3AD3-03F8F844246F}"/>
              </a:ext>
            </a:extLst>
          </p:cNvPr>
          <p:cNvCxnSpPr/>
          <p:nvPr/>
        </p:nvCxnSpPr>
        <p:spPr>
          <a:xfrm>
            <a:off x="7226708" y="2598969"/>
            <a:ext cx="215326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42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128B7-4829-EEEB-3BB8-436760F5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A84CAF-5BB0-C6A6-F0B4-7443228D17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B626509-0891-C059-19BA-95C9EFFB96A8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86ABB5D-2164-354F-E2E7-73490A158E5B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9B988E82-8027-5F1F-3ED7-1B28DC2F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문제점 및 보완책</a:t>
            </a:r>
            <a:endParaRPr lang="ko-KR" altLang="en-US" sz="48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6FBB6-8998-A476-3A13-14E82BFC8F5F}"/>
              </a:ext>
            </a:extLst>
          </p:cNvPr>
          <p:cNvSpPr txBox="1"/>
          <p:nvPr/>
        </p:nvSpPr>
        <p:spPr>
          <a:xfrm>
            <a:off x="1297871" y="2690336"/>
            <a:ext cx="411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ㅇ</a:t>
            </a:r>
            <a:endParaRPr lang="ko-KR" altLang="en-US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4F037-C794-A6DA-996C-60C641C40152}"/>
              </a:ext>
            </a:extLst>
          </p:cNvPr>
          <p:cNvSpPr txBox="1"/>
          <p:nvPr/>
        </p:nvSpPr>
        <p:spPr>
          <a:xfrm>
            <a:off x="6024701" y="2690336"/>
            <a:ext cx="4869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ㅇ</a:t>
            </a:r>
            <a:endParaRPr lang="ko-KR" altLang="en-US" dirty="0">
              <a:solidFill>
                <a:schemeClr val="bg1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75AAE0-4EC1-131B-F953-E1C996A6F9D6}"/>
              </a:ext>
            </a:extLst>
          </p:cNvPr>
          <p:cNvSpPr txBox="1"/>
          <p:nvPr/>
        </p:nvSpPr>
        <p:spPr>
          <a:xfrm>
            <a:off x="1769816" y="1971711"/>
            <a:ext cx="317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머티리얼 변경</a:t>
            </a:r>
            <a:endParaRPr lang="ko-KR" altLang="en-US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446A13C-7052-759A-A570-4CC9D7018D6D}"/>
              </a:ext>
            </a:extLst>
          </p:cNvPr>
          <p:cNvCxnSpPr/>
          <p:nvPr/>
        </p:nvCxnSpPr>
        <p:spPr>
          <a:xfrm>
            <a:off x="2281093" y="2556486"/>
            <a:ext cx="215326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27CC09-D4EF-D91D-A458-9F40059BE632}"/>
              </a:ext>
            </a:extLst>
          </p:cNvPr>
          <p:cNvSpPr txBox="1"/>
          <p:nvPr/>
        </p:nvSpPr>
        <p:spPr>
          <a:xfrm>
            <a:off x="6715431" y="2014194"/>
            <a:ext cx="317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물리 시스템</a:t>
            </a:r>
            <a:endParaRPr lang="ko-KR" altLang="en-US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A81785-9C95-1EBE-B565-38DC08CB9F7E}"/>
              </a:ext>
            </a:extLst>
          </p:cNvPr>
          <p:cNvCxnSpPr/>
          <p:nvPr/>
        </p:nvCxnSpPr>
        <p:spPr>
          <a:xfrm>
            <a:off x="7226708" y="2598969"/>
            <a:ext cx="215326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75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2737-8EBF-ED25-8276-E3A16334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DDF966F-7FC9-E3D9-3B5A-956F917F5D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4485B2F-0B3E-0FD2-CA72-6933CCD8F8D3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1596233-C375-CDA0-4288-24501AAF0C9C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1D324FE2-38B3-6DF5-321A-0B56A98E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일정</a:t>
            </a:r>
            <a:endParaRPr lang="ko-KR" altLang="en-US" sz="48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49F75F9-21A4-F521-4F26-AE67E7098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185358"/>
              </p:ext>
            </p:extLst>
          </p:nvPr>
        </p:nvGraphicFramePr>
        <p:xfrm>
          <a:off x="838200" y="2055803"/>
          <a:ext cx="8171482" cy="410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724">
                  <a:extLst>
                    <a:ext uri="{9D8B030D-6E8A-4147-A177-3AD203B41FA5}">
                      <a16:colId xmlns:a16="http://schemas.microsoft.com/office/drawing/2014/main" val="2177831822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3340548484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2678181005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1156402124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2392821742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3602765663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1824723162"/>
                    </a:ext>
                  </a:extLst>
                </a:gridCol>
              </a:tblGrid>
              <a:tr h="43982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790978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상세 기획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및 레벨디자인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83826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3D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모델링 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048178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각 물리적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461377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애니메이션 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116619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물리 시스템 융합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561120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오브젝트 배치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및 밸런스 조절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344379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UI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및 시각적 효과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275426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버그 테스트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6606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D3A841-72E0-9831-A94B-1069FC0CA1CC}"/>
              </a:ext>
            </a:extLst>
          </p:cNvPr>
          <p:cNvSpPr txBox="1"/>
          <p:nvPr/>
        </p:nvSpPr>
        <p:spPr>
          <a:xfrm>
            <a:off x="9503421" y="2541189"/>
            <a:ext cx="186813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40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송형규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신성재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공동작업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2EEA06-2E3B-42C8-CD27-0CAF1B613440}"/>
              </a:ext>
            </a:extLst>
          </p:cNvPr>
          <p:cNvSpPr/>
          <p:nvPr/>
        </p:nvSpPr>
        <p:spPr>
          <a:xfrm>
            <a:off x="9110129" y="2721807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DFD885-D172-B245-B009-203C675FBD80}"/>
              </a:ext>
            </a:extLst>
          </p:cNvPr>
          <p:cNvSpPr/>
          <p:nvPr/>
        </p:nvSpPr>
        <p:spPr>
          <a:xfrm>
            <a:off x="9110129" y="3253098"/>
            <a:ext cx="36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1E0780-FF5C-28E5-5D2C-FDA672AC1E1C}"/>
              </a:ext>
            </a:extLst>
          </p:cNvPr>
          <p:cNvSpPr/>
          <p:nvPr/>
        </p:nvSpPr>
        <p:spPr>
          <a:xfrm>
            <a:off x="9110129" y="3767858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19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657FB-2CF3-5DB4-12D3-F32E80CD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CCEB2FC-C62B-AF59-CBA2-CB66941DFA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67C0D9C-A2BD-AAD0-9FE7-627DBD895C05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B96CEC2-9E59-4499-5CFF-2CB925914BBF}"/>
              </a:ext>
            </a:extLst>
          </p:cNvPr>
          <p:cNvCxnSpPr/>
          <p:nvPr/>
        </p:nvCxnSpPr>
        <p:spPr>
          <a:xfrm>
            <a:off x="838200" y="1474839"/>
            <a:ext cx="10400071" cy="78658"/>
          </a:xfrm>
          <a:prstGeom prst="line">
            <a:avLst/>
          </a:prstGeom>
          <a:ln w="5715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85BE2E84-4D08-F217-355A-07F79D59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남은 작업</a:t>
            </a:r>
            <a:endParaRPr lang="ko-KR" altLang="en-US" sz="48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176A9F6-01A8-8165-B30A-8CEAACA47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001470"/>
              </p:ext>
            </p:extLst>
          </p:nvPr>
        </p:nvGraphicFramePr>
        <p:xfrm>
          <a:off x="838200" y="2055803"/>
          <a:ext cx="8171482" cy="4192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724">
                  <a:extLst>
                    <a:ext uri="{9D8B030D-6E8A-4147-A177-3AD203B41FA5}">
                      <a16:colId xmlns:a16="http://schemas.microsoft.com/office/drawing/2014/main" val="2177831822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3340548484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2678181005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1156402124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2392821742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3602765663"/>
                    </a:ext>
                  </a:extLst>
                </a:gridCol>
                <a:gridCol w="1114293">
                  <a:extLst>
                    <a:ext uri="{9D8B030D-6E8A-4147-A177-3AD203B41FA5}">
                      <a16:colId xmlns:a16="http://schemas.microsoft.com/office/drawing/2014/main" val="1824723162"/>
                    </a:ext>
                  </a:extLst>
                </a:gridCol>
              </a:tblGrid>
              <a:tr h="43982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월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790978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상세 기획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및 레벨디자인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스테이지 기획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83826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3D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모델링 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부가 요소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048178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각 물리적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70%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461377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애니메이션 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상호작용 모션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116619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물리 시스템 융합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자석 관련 기능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머티리얼 변경 시스템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561120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오브젝트 배치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및 밸런스 조절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튜토리얼 외</a:t>
                      </a:r>
                      <a:endParaRPr lang="en-US" altLang="ko-KR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스테이지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344379"/>
                  </a:ext>
                </a:extLst>
              </a:tr>
              <a:tr h="3298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UI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및 시각적 효과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열화상 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180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자기장 이펙트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AE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275426"/>
                  </a:ext>
                </a:extLst>
              </a:tr>
              <a:tr h="5497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버그 테스트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6606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D5D6ADC-CE75-BB37-2A55-3E6BAF8E6866}"/>
              </a:ext>
            </a:extLst>
          </p:cNvPr>
          <p:cNvSpPr txBox="1"/>
          <p:nvPr/>
        </p:nvSpPr>
        <p:spPr>
          <a:xfrm>
            <a:off x="9503421" y="2541189"/>
            <a:ext cx="186813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40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송형규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신성재</a:t>
            </a:r>
            <a:endParaRPr lang="en-US" altLang="ko-KR" sz="24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공동작업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C1BD4E-3861-B759-C2E1-45A8DAB58F41}"/>
              </a:ext>
            </a:extLst>
          </p:cNvPr>
          <p:cNvSpPr/>
          <p:nvPr/>
        </p:nvSpPr>
        <p:spPr>
          <a:xfrm>
            <a:off x="9110129" y="2721807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A7969E-0C82-CBD0-DF24-25A760BC696E}"/>
              </a:ext>
            </a:extLst>
          </p:cNvPr>
          <p:cNvSpPr/>
          <p:nvPr/>
        </p:nvSpPr>
        <p:spPr>
          <a:xfrm>
            <a:off x="9110129" y="3253098"/>
            <a:ext cx="360000" cy="3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CFDAE0-5BD2-9CF7-739E-947A0FD0F360}"/>
              </a:ext>
            </a:extLst>
          </p:cNvPr>
          <p:cNvSpPr/>
          <p:nvPr/>
        </p:nvSpPr>
        <p:spPr>
          <a:xfrm>
            <a:off x="9110129" y="3767858"/>
            <a:ext cx="3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04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F2CB-9D40-DF7F-2228-6D57BBD5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877EA8-A783-26FB-F124-F655B8958D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1" b="862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5B7292A-DA19-82B2-7416-CBEBF2C7A11C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358484-590C-E299-2FC8-8EE8B7F6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128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데모 시연</a:t>
            </a:r>
            <a:endParaRPr lang="ko-KR" altLang="en-US" sz="128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924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BBA3-EFF5-0E4C-5B2D-9FCB2F72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가전용품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A0A5C8-D459-9322-E7E2-E64E9577A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C0D971A-BCB6-3F71-3E8D-45425B9AA98F}"/>
              </a:ext>
            </a:extLst>
          </p:cNvPr>
          <p:cNvSpPr/>
          <p:nvPr/>
        </p:nvSpPr>
        <p:spPr>
          <a:xfrm>
            <a:off x="21" y="10"/>
            <a:ext cx="12191979" cy="685799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04A40-24AE-8CD4-1E06-75A94A81C1B5}"/>
              </a:ext>
            </a:extLst>
          </p:cNvPr>
          <p:cNvSpPr txBox="1"/>
          <p:nvPr/>
        </p:nvSpPr>
        <p:spPr>
          <a:xfrm>
            <a:off x="3593690" y="2890391"/>
            <a:ext cx="50046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400" b="1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34279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mtClean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276</Words>
  <Application>Microsoft Office PowerPoint</Application>
  <PresentationFormat>와이드스크린</PresentationFormat>
  <Paragraphs>103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G마켓 산스 TTF Bold</vt:lpstr>
      <vt:lpstr>G마켓 산스 TTF Light</vt:lpstr>
      <vt:lpstr>G마켓 산스 TTF Medium</vt:lpstr>
      <vt:lpstr>맑은 고딕</vt:lpstr>
      <vt:lpstr>Arial</vt:lpstr>
      <vt:lpstr>Office 테마</vt:lpstr>
      <vt:lpstr>PowerPoint 프레젠테이션</vt:lpstr>
      <vt:lpstr>목차</vt:lpstr>
      <vt:lpstr>게임 소개</vt:lpstr>
      <vt:lpstr>구성원 역할</vt:lpstr>
      <vt:lpstr>중점 연구 분야</vt:lpstr>
      <vt:lpstr>개발 내용</vt:lpstr>
      <vt:lpstr>문제점 및 보완책</vt:lpstr>
      <vt:lpstr>개발 일정</vt:lpstr>
      <vt:lpstr>남은 작업</vt:lpstr>
      <vt:lpstr>데모 시연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형규 송</dc:creator>
  <cp:lastModifiedBy>형규 송</cp:lastModifiedBy>
  <cp:revision>38</cp:revision>
  <dcterms:created xsi:type="dcterms:W3CDTF">2025-11-23T05:05:37Z</dcterms:created>
  <dcterms:modified xsi:type="dcterms:W3CDTF">2026-03-26T11:03:44Z</dcterms:modified>
</cp:coreProperties>
</file>